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0" tIns="1645920"/>
          <a:lstStyle/>
          <a:p>
            <a:pPr algn="ctr">
              <a:defRPr sz="1400">
                <a:solidFill>
                  <a:srgbClr val="C8E1FF"/>
                </a:solidFill>
              </a:defRPr>
            </a:pPr>
            <a:r>
              <a:t>VTC ACADEMY PLUS — PROGRAMMING FUNDAMENTALS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BOARDING HOUSE MANAGEMENT SYSTEM</a:t>
            </a:r>
          </a:p>
          <a:p>
            <a:pPr>
              <a:spcBef>
                <a:spcPts val="800"/>
              </a:spcBef>
              <a:defRPr sz="1800">
                <a:solidFill>
                  <a:srgbClr val="B4D7F5"/>
                </a:solidFill>
              </a:defRPr>
            </a:pPr>
            <a:r>
              <a:t>TypeScript Console Application | Node.js | SQLite Relational Engine</a:t>
            </a:r>
          </a:p>
          <a:p>
            <a:pPr>
              <a:spcBef>
                <a:spcPts val="2800"/>
              </a:spcBef>
              <a:defRPr sz="1300">
                <a:solidFill>
                  <a:srgbClr val="DCE6F0"/>
                </a:solidFill>
              </a:defRPr>
            </a:pPr>
            <a:r>
              <a:t>Team Members: Nguyen Xuan Tuan (Member 1) &amp; Tran Van B (Member 2)</a:t>
            </a:r>
            <a:br/>
            <a:r>
              <a:t>Instructor: Faculty of Software Engineering | Semester 2025 - 2026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>
                <a:solidFill>
                  <a:srgbClr val="B4D2F0"/>
                </a:solidFill>
                <a:latin typeface="Arial"/>
              </a:defRPr>
            </a:pPr>
            <a:r>
              <a:t>BOARDING HOUSE MANAGEMENT SYSTEM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Project Objectives &amp; Background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Manual paper logs and spreadsheet tracking cause frequent errors.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Complex 6-tier electricity billing is prone to miscalculations.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Lack of tenant verification and contract expiration warnings.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Scattered revenue records prevent accurate occupancy reports.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Project Objectives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Port and modernize legacy C++ codebase into clean TypeScript (Strict Mode).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Implement Layered Architecture: Views -&gt; Services -&gt; Repositories -&gt; SQLite.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Automate progressive electricity calculation (EVN 6-tier + 8% VAT).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Enforce 3-role authorization (ADMIN, MANAGER, STAFF) and JSON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>
                <a:solidFill>
                  <a:srgbClr val="B4D2F0"/>
                </a:solidFill>
                <a:latin typeface="Arial"/>
              </a:defRPr>
            </a:pPr>
            <a:r>
              <a:t>BOARDING HOUSE MANAGEMENT SYSTEM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System Functional Requirements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Management Core (Member 1)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Room Management: CRUD, price/area filters, status toggle, room comparison.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Tenant Management: 12-digit CCCD check, 10-digit phone, vehicle tracking.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Service Pricing: Dynamic pricing for electricity, water, internet, trash.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User &amp; RBAC: Account creation, role permission guards (Admin/Manager/Staff).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Rental &amp; Finance (Member 2)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Contract Lifecycle: Lease creation, renewal, termination, auto room state.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Invoice &amp; Tiered Billing: Progressive 6-tier EVN electricity formula + 8% VAT.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Payment Flow: Receipt generation (Cash, Bank Transfer, QR Code).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Reporting: Occupancy stats, monthly revenue, top rankings, JSON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>
                <a:solidFill>
                  <a:srgbClr val="B4D2F0"/>
                </a:solidFill>
                <a:latin typeface="Arial"/>
              </a:defRPr>
            </a:pPr>
            <a:r>
              <a:t>BOARDING HOUSE MANAGEMENT SYSTEM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Layered System Architecture &amp;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Presentation Layer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ManagementView: Room, Tenant, Service &amp; User menus.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RentalFinanceView: Contract, Invoice, Payment, Report menus.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InputPrompt: Synchronous terminal input &amp; numeric validation.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Service Layer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RoomService &amp; CustomerService.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ContractService (State machine).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InvoiceService &amp; PaymentService.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BillingCalculator (EVN formula).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ReportService (JSON Exporter).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Data &amp; Persistence Layer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Generic IRepository&lt;T&gt; &amp; BaseRepository&lt;T extends BaseEntity&gt;.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DatabaseConnection (Singleton).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SQLite Engine: schema.sql DDL, seed.sql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>
                <a:solidFill>
                  <a:srgbClr val="B4D2F0"/>
                </a:solidFill>
                <a:latin typeface="Arial"/>
              </a:defRPr>
            </a:pPr>
            <a:r>
              <a:t>BOARDING HOUSE MANAGEMENT SYSTEM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Use Case Model &amp; Role-Based Access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ADMIN (Full Control)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Manage all system accounts &amp; roles.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Full CRUD on rooms, tenants, services.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Create/terminate contracts &amp; invoices.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View &amp; export all financial reports to JSON.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MANAGER (Property Operations)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Manage rooms, equipment, and tariffs.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Manage tenant profiles &amp; contracts.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Issue monthly billing invoices.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View revenue timeline &amp; debt reports.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STAFF (Front-Desk Staff)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View room availability &amp; tenant details.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Enter utility readings &amp; create invoices.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Process tenant payments &amp; issue receipts.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Restricted from admin &amp; master settings.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>
                <a:solidFill>
                  <a:srgbClr val="B4D2F0"/>
                </a:solidFill>
                <a:latin typeface="Arial"/>
              </a:defRPr>
            </a:pPr>
            <a:r>
              <a:t>BOARDING HOUSE MANAGEMENT SYSTEM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Key Business Workflows &amp; State Machines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Room &amp; Contract Lifecycle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1. Room starts in AVAILABLE status.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2. Contract is created with active tenants -&gt; Room becomes RENTED.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3. System checks for contracts expiring within 30 days.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4. Contract termination automatically restores room to AVAILABLE.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Billing &amp; Payment Lifecycle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1. Monthly meter readings entered (New &gt;= Old).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2. Tiered EVN electricity (Bậc 1-6) + 8% VAT computed.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3. Invoice created in UNPAID status.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4. Tenant pays via Cash/Transfer/QR -&gt; Status PAID + Receipt REC-...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>
                <a:solidFill>
                  <a:srgbClr val="B4D2F0"/>
                </a:solidFill>
                <a:latin typeface="Arial"/>
              </a:defRPr>
            </a:pPr>
            <a:r>
              <a:t>BOARDING HOUSE MANAGEMENT SYSTEM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Progressive Electricity Tariff Calculation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Official 6-Tier EVN Tariff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Tier 1 (0 - 50 kWh): 1,806 VND/kWh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Tier 2 (51 - 100 kWh): 1,866 VND/kWh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Tier 3 (101 - 200 kWh): 2,167 VND/kWh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Tier 4 (201 - 300 kWh): 2,729 VND/kWh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Tier 5 (301 - 400 kWh): 3,050 VND/kWh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Tier 6 (&gt; 400 kWh): 3,151 VND/kWh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Value Added Tax: Subtotal * 8% VAT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Example: 250 kWh Consumption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Tier 1: 50 kWh * 1,806 = 90,300 VND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Tier 2: 50 kWh * 1,866 = 93,300 VND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Tier 3: 100 kWh * 2,167 = 216,700 VND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Tier 4: 50 kWh * 2,729 = 136,450 VND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Subtotal = 536,750 VND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VAT (8%) = 42,940 VND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Total Electricity Bill = 579,690 VND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>
                <a:solidFill>
                  <a:srgbClr val="B4D2F0"/>
                </a:solidFill>
                <a:latin typeface="Arial"/>
              </a:defRPr>
            </a:pPr>
            <a:r>
              <a:t>BOARDING HOUSE MANAGEMENT SYSTEM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Database Design &amp; Entity Relationships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Core Entities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users: id (PK), username, password, role, status.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rooms: id (PK), room_number, status, area, monthly_rent.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equipment: id (PK), room_id (FK), name, condition, value.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customers: id (PK), full_name, cccd (UNIQUE), phone, hometown.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Transactional Entities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services: id (PK), name, unit, unit_price, status.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contracts: id (PK), room_id (FK), start_date, end_date, deposit.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contract_customers: contract_id (FK), customer_id (FK) [M:N link].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invoices: id (PK), contract_id (FK), room_id (FK), month, year, total_amount, status.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>
                <a:solidFill>
                  <a:srgbClr val="B4D2F0"/>
                </a:solidFill>
                <a:latin typeface="Arial"/>
              </a:defRPr>
            </a:pPr>
            <a:r>
              <a:t>BOARDING HOUSE MANAGEMENT SYSTEM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Automated Testing &amp; Quality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Jest Test Suites (tests/)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validator.test.ts: CCCD 12-digit, phone 10-digit, date &amp; range rules.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formatter.test.ts: Currency VND, Date formats, status colors.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billing.test.ts: EVN 6-tier progressive electricity + 8% VAT verification.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room.service.test.ts: Room CRUD, duplicate prevention, comparison.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models.test.ts: Entity methods, getter validations, age computation.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Test Results &amp; Coverage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Total Test Suites: 5 passed (100%).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Total Unit Tests: 22 passed (100%).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Execution Time: &lt; 3.0 seconds.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Zero TypeScript compile errors (npx tsc --noEmit).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>
                <a:solidFill>
                  <a:srgbClr val="B4D2F0"/>
                </a:solidFill>
                <a:latin typeface="Arial"/>
              </a:defRPr>
            </a:pPr>
            <a:r>
              <a:t>BOARDING HOUSE MANAGEMENT SYSTEM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Task Assignment &amp; Team Collaboration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Member 1 (Lead Developer)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Setup repository, tsconfig.json, SQLite schema.sql &amp; seed.sql.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Implemented Generic BaseRepository &amp; concrete repositories.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Built RoomService, CustomerService, ServiceService, AuthService.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Created Validator, Formatter, Logger, and CLI main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Member 2 (Financial Engine)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Implemented ContractService with automatic room state transition.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Built BillingCalculator (6-tier EVN electricity formula + 8% VAT).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Created InvoiceService, PaymentService, and receipt generator.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Developed ReportService, JSON Exporter, and Jest unit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>
                <a:solidFill>
                  <a:srgbClr val="B4D2F0"/>
                </a:solidFill>
                <a:latin typeface="Arial"/>
              </a:defRPr>
            </a:pPr>
            <a:r>
              <a:t>BOARDING HOUSE MANAGEMENT SYSTEM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Demonstration &amp; Execution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Execution Commands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npm run dev : Interactive Console App with full CLI menus.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npm run demo : Automated end-to-end walkthrough demo.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npm test : Run 22 automated Jest unit tests.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npm run build : Compile TypeScript to dist/ JavaScript.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Default Credentials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Admin Account: admin / admin123 (Full system control)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Manager Account: manager / manager123 (Property management)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Staff Account: staff / staff123 (Billing &amp; operational tasks)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Database File: data/quan_ly_phong_tro.db (Persistent SQLite)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100">
                <a:solidFill>
                  <a:srgbClr val="B4D2F0"/>
                </a:solidFill>
                <a:latin typeface="Arial"/>
              </a:defRPr>
            </a:pPr>
            <a:r>
              <a:t>BOARDING HOUSE MANAGEMENT SYSTEM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Lessons Learned &amp; Future Improvements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What Went Well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Mastered TypeScript Strict Mode, Generics, and OOP design patterns.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Clean Separation of Concerns between Services and Repositories.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Robust input validation and comprehensive automated testing.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Seamless team integration and clear module decoupling.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 wrap="square"/>
          <a:lstStyle/>
          <a:p>
            <a:pPr algn="ctr">
              <a:defRPr sz="1500" b="1">
                <a:solidFill>
                  <a:srgbClr val="003366"/>
                </a:solidFill>
                <a:latin typeface="Arial"/>
              </a:defRPr>
            </a:pPr>
            <a:r>
              <a:t>Future Roadmap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Develop REST API backend with Express / NestJS.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Create responsive Web/Mobile frontend (React / React Native).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Integrate automated IoT smart electric/water meters via MQTT.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• Integrate online payment gateways (Momo, VNPay, Stripe).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0" tIns="2194560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THANK YOU FOR YOUR ATTENTION!</a:t>
            </a:r>
          </a:p>
          <a:p>
            <a:pPr>
              <a:spcBef>
                <a:spcPts val="1200"/>
              </a:spcBef>
              <a:defRPr sz="1800">
                <a:solidFill>
                  <a:srgbClr val="B4D7F5"/>
                </a:solidFill>
              </a:defRPr>
            </a:pPr>
            <a:r>
              <a:t>BOARDING HOUSE MANAGEMENT SYSTEM (TypeScript Project)</a:t>
            </a:r>
          </a:p>
          <a:p>
            <a:pPr>
              <a:spcBef>
                <a:spcPts val="2400"/>
              </a:spcBef>
              <a:defRPr sz="2200" b="1">
                <a:solidFill>
                  <a:srgbClr val="FFDC64"/>
                </a:solidFill>
              </a:defRPr>
            </a:pPr>
            <a:r>
              <a:t>Questions &amp; Answers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